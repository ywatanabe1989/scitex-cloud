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87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9ED6-AB84-129B-8FE7-C27A2F401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03B8E6-8DF7-3E19-5FFD-94A07B523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12B5-6B88-9EF9-6BD8-83BEEA5C0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7EC8A-0C46-DDCD-FA27-3795E27C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C701E-7851-32CF-BFCC-8FF48611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395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5540-9AB9-5A00-603E-77CC9D8C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A306-0EEB-FC24-593F-23F06F1A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9F18D-A8BD-575C-4C6A-46F48C40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5EF4E-983F-38E4-5F44-E26B7BA2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92523-9B9D-64B6-93DB-08D378E5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42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CA0F8-511B-AC4F-6E78-EF7B3143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3AE2B-DC10-9485-11DC-600F6FAFE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FBFA2-DD28-C982-2AA4-6F129DE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04D8C-9748-7F2A-358A-E892F264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D2460-1C9D-8C03-4E7F-D8012377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57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A5163-30E4-CF64-FC06-C1FA0141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6020-EA4E-8731-3ECA-84E24BA39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EA2CB-CA55-11FB-EBE4-7259C5FB7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3D190-1DB1-0C3A-13F9-B09FF8B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6EDBE-612F-9C2E-94FF-B6D27650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20552-9A69-A69C-0E28-4789C71C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50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5F36D-9CFB-914A-66DA-0C06C5DA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AEFA6-E3B1-3009-0114-5F212E12B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E0DF0-7634-514E-D30E-E38F7D6CE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30B10-AFF7-0637-6AFA-5AC50C466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C01D4-7B0D-000B-D997-7F2F9A7D4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AADED-9EA7-3D38-31F1-96AC26BA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06C18-23EF-F940-9079-CFC529D0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B1D9D-557C-F1A8-CF46-6F0A240B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1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BDE5-7462-1CB3-8A87-1E09079C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69E59-CB6F-193B-D115-0E84CC7D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71379-8B9A-C84C-D09B-474256A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7FB1F-7BE5-2004-B623-F9C50088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59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3054D-395C-6FCC-AFF1-F14EB3ED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5797C9-2092-BC61-EF2F-0FD320B1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96C98-52EC-ADB0-12D2-8789D8FC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650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8B26-5B29-AC8A-D6E7-C0A5B240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B4A19-9437-184A-19CA-2FB46A70B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CAC97-1843-5987-A8F5-1378FD19F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BE12-1855-32F6-277A-0BC2225F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33D09-293D-26AC-CA29-421D22A7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94B3E-FCA2-26B6-A9A4-3BD966AA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75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232E8-90BE-99B5-DD29-8D33A8634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449A92-BAF7-695D-85FD-8739B1051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94BCA-7582-55AB-D20B-3CDFD9554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3B854-BF34-C249-1A7B-E76D2646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185D0-8429-1B75-D845-EC70F685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5F799-8E81-5353-566C-594F6490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91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706F-69F4-6BEA-D35E-0CD5A244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E15F3-52CA-173C-EB5D-683419D57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5971D-BB6E-319F-94EE-330A716C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765DA-CBE3-5DF0-5ACA-9C8E3C46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78F5-7C0A-AFA9-D9A6-89421846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95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F4C23-E5DA-1C62-2664-128C7F6DC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AE6E7-25E5-2258-A169-DE26E4D3B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84F0-DAE9-66C0-58FE-EFBFC200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AC1E-121C-7BAD-BA7A-37AD6A9B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8C8A7-3101-7A9C-C3A7-824838D5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023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A3F2F-D847-F617-1257-89F92789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8C317-2AE4-E897-EA4A-123F8C3A8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509B-D6F4-E057-F514-66A11C60C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37953-5F87-4D47-9E42-D5253FCF137D}" type="datetimeFigureOut">
              <a:rPr lang="en-AU" smtClean="0"/>
              <a:t>22/10/2025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937E0-493A-CAE3-7758-91BF8B770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819DE-2BC5-7C27-A66E-9103DE587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9BBA9-0A5C-43B0-95B6-11B3C4D0B8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087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7F4276-B28B-5CF8-4F54-A864530BB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E24504-E3B7-19CD-03B2-726C9CD0E469}"/>
              </a:ext>
            </a:extLst>
          </p:cNvPr>
          <p:cNvSpPr/>
          <p:nvPr/>
        </p:nvSpPr>
        <p:spPr>
          <a:xfrm>
            <a:off x="3841750" y="2717800"/>
            <a:ext cx="6210300" cy="106838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D2D7E-27D0-039D-7E9E-55B2EBC99F0F}"/>
              </a:ext>
            </a:extLst>
          </p:cNvPr>
          <p:cNvSpPr txBox="1"/>
          <p:nvPr/>
        </p:nvSpPr>
        <p:spPr>
          <a:xfrm>
            <a:off x="4286892" y="3416855"/>
            <a:ext cx="196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1. Type your query</a:t>
            </a:r>
            <a:endParaRPr lang="en-AU" u="sng" dirty="0">
              <a:solidFill>
                <a:schemeClr val="accent2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E0234A-0C92-3F51-2E47-B854CE9D9F7B}"/>
              </a:ext>
            </a:extLst>
          </p:cNvPr>
          <p:cNvCxnSpPr>
            <a:cxnSpLocks/>
          </p:cNvCxnSpPr>
          <p:nvPr/>
        </p:nvCxnSpPr>
        <p:spPr>
          <a:xfrm flipV="1">
            <a:off x="9172008" y="3327400"/>
            <a:ext cx="352992" cy="11906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D892DF-B3A9-05DC-4354-383359D46A7F}"/>
              </a:ext>
            </a:extLst>
          </p:cNvPr>
          <p:cNvCxnSpPr>
            <a:cxnSpLocks/>
          </p:cNvCxnSpPr>
          <p:nvPr/>
        </p:nvCxnSpPr>
        <p:spPr>
          <a:xfrm flipH="1" flipV="1">
            <a:off x="4186757" y="3375052"/>
            <a:ext cx="118543" cy="22158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32E690-F802-19E3-8BEA-D03C4E57E4CF}"/>
              </a:ext>
            </a:extLst>
          </p:cNvPr>
          <p:cNvSpPr txBox="1"/>
          <p:nvPr/>
        </p:nvSpPr>
        <p:spPr>
          <a:xfrm>
            <a:off x="8582700" y="3433763"/>
            <a:ext cx="1102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>
                <a:solidFill>
                  <a:schemeClr val="accent2"/>
                </a:solidFill>
              </a:rPr>
              <a:t>2. Click</a:t>
            </a:r>
            <a:endParaRPr lang="en-AU" u="sng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119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B9A9C6-CF14-47AE-AB17-8DC717912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6DE745-C6E9-2DEE-0CD8-D39C449D99E4}"/>
              </a:ext>
            </a:extLst>
          </p:cNvPr>
          <p:cNvSpPr/>
          <p:nvPr/>
        </p:nvSpPr>
        <p:spPr>
          <a:xfrm>
            <a:off x="10828337" y="471486"/>
            <a:ext cx="1220788" cy="29368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05DD3-0580-9604-4A49-5982C306BEB8}"/>
              </a:ext>
            </a:extLst>
          </p:cNvPr>
          <p:cNvSpPr txBox="1"/>
          <p:nvPr/>
        </p:nvSpPr>
        <p:spPr>
          <a:xfrm>
            <a:off x="3491468" y="228362"/>
            <a:ext cx="6935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2"/>
                </a:solidFill>
              </a:rPr>
              <a:t>After Asta’s research end, click the “Export All Citations” button here</a:t>
            </a:r>
            <a:endParaRPr lang="en-AU" u="sng" dirty="0">
              <a:solidFill>
                <a:schemeClr val="accent2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A9EE8F-5D13-B9B2-CA5C-5D3F87E7092D}"/>
              </a:ext>
            </a:extLst>
          </p:cNvPr>
          <p:cNvCxnSpPr>
            <a:cxnSpLocks/>
          </p:cNvCxnSpPr>
          <p:nvPr/>
        </p:nvCxnSpPr>
        <p:spPr>
          <a:xfrm>
            <a:off x="10337800" y="440872"/>
            <a:ext cx="463550" cy="10636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0E5F0-D257-22A5-6932-0362FF1BEF5B}"/>
              </a:ext>
            </a:extLst>
          </p:cNvPr>
          <p:cNvSpPr/>
          <p:nvPr/>
        </p:nvSpPr>
        <p:spPr>
          <a:xfrm>
            <a:off x="76200" y="2867025"/>
            <a:ext cx="1447800" cy="495300"/>
          </a:xfrm>
          <a:prstGeom prst="rect">
            <a:avLst/>
          </a:prstGeom>
          <a:solidFill>
            <a:srgbClr val="143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6878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Watanabe</dc:creator>
  <cp:lastModifiedBy>Yusuke Watanabe</cp:lastModifiedBy>
  <cp:revision>6</cp:revision>
  <dcterms:created xsi:type="dcterms:W3CDTF">2025-10-21T22:30:18Z</dcterms:created>
  <dcterms:modified xsi:type="dcterms:W3CDTF">2025-10-21T22:37:41Z</dcterms:modified>
</cp:coreProperties>
</file>